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iiiii .." userId="78c0f78757a6c1dc" providerId="LiveId" clId="{4BEAA1D3-6F58-42DA-9289-E0BC4FDF99C9}"/>
    <pc:docChg chg="modSld sldOrd">
      <pc:chgData name="Pavaniiiii .." userId="78c0f78757a6c1dc" providerId="LiveId" clId="{4BEAA1D3-6F58-42DA-9289-E0BC4FDF99C9}" dt="2026-05-28T14:33:57.453" v="12" actId="1076"/>
      <pc:docMkLst>
        <pc:docMk/>
      </pc:docMkLst>
      <pc:sldChg chg="modSp mod">
        <pc:chgData name="Pavaniiiii .." userId="78c0f78757a6c1dc" providerId="LiveId" clId="{4BEAA1D3-6F58-42DA-9289-E0BC4FDF99C9}" dt="2026-05-28T14:33:57.453" v="12" actId="1076"/>
        <pc:sldMkLst>
          <pc:docMk/>
          <pc:sldMk cId="3326525895" sldId="256"/>
        </pc:sldMkLst>
        <pc:spChg chg="mod">
          <ac:chgData name="Pavaniiiii .." userId="78c0f78757a6c1dc" providerId="LiveId" clId="{4BEAA1D3-6F58-42DA-9289-E0BC4FDF99C9}" dt="2026-05-28T14:33:57.453" v="12" actId="1076"/>
          <ac:spMkLst>
            <pc:docMk/>
            <pc:sldMk cId="3326525895" sldId="256"/>
            <ac:spMk id="2" creationId="{036EEB6E-4695-F399-A301-FEB2F502BC4B}"/>
          </ac:spMkLst>
        </pc:spChg>
      </pc:sldChg>
      <pc:sldChg chg="modSp mod">
        <pc:chgData name="Pavaniiiii .." userId="78c0f78757a6c1dc" providerId="LiveId" clId="{4BEAA1D3-6F58-42DA-9289-E0BC4FDF99C9}" dt="2026-05-28T14:33:02.731" v="3" actId="115"/>
        <pc:sldMkLst>
          <pc:docMk/>
          <pc:sldMk cId="58359532" sldId="264"/>
        </pc:sldMkLst>
        <pc:spChg chg="mod">
          <ac:chgData name="Pavaniiiii .." userId="78c0f78757a6c1dc" providerId="LiveId" clId="{4BEAA1D3-6F58-42DA-9289-E0BC4FDF99C9}" dt="2026-05-28T14:33:02.731" v="3" actId="115"/>
          <ac:spMkLst>
            <pc:docMk/>
            <pc:sldMk cId="58359532" sldId="264"/>
            <ac:spMk id="3" creationId="{DE164955-8314-321C-119B-8943FD6CA0DA}"/>
          </ac:spMkLst>
        </pc:spChg>
      </pc:sldChg>
      <pc:sldChg chg="ord">
        <pc:chgData name="Pavaniiiii .." userId="78c0f78757a6c1dc" providerId="LiveId" clId="{4BEAA1D3-6F58-42DA-9289-E0BC4FDF99C9}" dt="2026-05-28T14:33:34.402" v="7"/>
        <pc:sldMkLst>
          <pc:docMk/>
          <pc:sldMk cId="346361464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EB6E-4695-F399-A301-FEB2F502B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1059" y="1413659"/>
            <a:ext cx="11828206" cy="232259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Review &amp; Rating SYSTEM </a:t>
            </a:r>
          </a:p>
        </p:txBody>
      </p:sp>
    </p:spTree>
    <p:extLst>
      <p:ext uri="{BB962C8B-B14F-4D97-AF65-F5344CB8AC3E}">
        <p14:creationId xmlns:p14="http://schemas.microsoft.com/office/powerpoint/2010/main" val="332652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4059-2404-6128-4F60-0FC19AEC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7DF18-559E-8919-EA76-1F81D0ADD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Product Review &amp; Rating System allows users to: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ratings (1–5 stars)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reviews about products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customers make better buying decisions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e-commerce and service platforms </a:t>
            </a: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</a:t>
            </a:r>
          </a:p>
        </p:txBody>
      </p:sp>
    </p:spTree>
    <p:extLst>
      <p:ext uri="{BB962C8B-B14F-4D97-AF65-F5344CB8AC3E}">
        <p14:creationId xmlns:p14="http://schemas.microsoft.com/office/powerpoint/2010/main" val="140315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7096-C9A8-B12B-1837-2E04103A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B41C4-EC4D-DC4B-8426-2F77508D0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customer feedback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product quality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customer trust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users compare products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business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26719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E285-9A88-36E0-FF99-DC20BC24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29FC-6CCE-D3ED-76F9-41250DAEB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48465"/>
            <a:ext cx="10131425" cy="4399935"/>
          </a:xfrm>
        </p:spPr>
        <p:txBody>
          <a:bodyPr>
            <a:no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Features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Login/Register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Products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Ratings &amp; Reviews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Edit/Delete Reviews </a:t>
            </a: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Fake Reviews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Product Ratings </a:t>
            </a:r>
          </a:p>
        </p:txBody>
      </p:sp>
    </p:spTree>
    <p:extLst>
      <p:ext uri="{BB962C8B-B14F-4D97-AF65-F5344CB8AC3E}">
        <p14:creationId xmlns:p14="http://schemas.microsoft.com/office/powerpoint/2010/main" val="174341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A561-B95B-0C58-F218-51FE8C8D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C733-D1DC-BE18-A64E-22CC73DDC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59975"/>
            <a:ext cx="10131425" cy="4365522"/>
          </a:xfrm>
        </p:spPr>
        <p:txBody>
          <a:bodyPr>
            <a:normAutofit lnSpcReduction="10000"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/ Python / Node.js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MongoDB </a:t>
            </a: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Website → Server →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27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BC27-7CC0-AA5D-5323-4D854C34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0B6A7-EBAB-FD94-0F65-A70AD285B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product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star rating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Writes review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database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displayed</a:t>
            </a:r>
          </a:p>
        </p:txBody>
      </p:sp>
    </p:spTree>
    <p:extLst>
      <p:ext uri="{BB962C8B-B14F-4D97-AF65-F5344CB8AC3E}">
        <p14:creationId xmlns:p14="http://schemas.microsoft.com/office/powerpoint/2010/main" val="33641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B091-830E-E4AD-136D-CFB9ED70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64614-F2F1-FFF5-0182-AD75C4745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96717"/>
            <a:ext cx="10131425" cy="4844716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sales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product comparison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customer feedback </a:t>
            </a: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reviews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moderation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</a:t>
            </a:r>
          </a:p>
        </p:txBody>
      </p:sp>
    </p:spTree>
    <p:extLst>
      <p:ext uri="{BB962C8B-B14F-4D97-AF65-F5344CB8AC3E}">
        <p14:creationId xmlns:p14="http://schemas.microsoft.com/office/powerpoint/2010/main" val="376217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6638-7406-86A9-0ABB-C7DE058A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44197"/>
            <a:ext cx="10131425" cy="102416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64955-8314-321C-119B-8943FD6CA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077" y="1396181"/>
            <a:ext cx="10001149" cy="5165039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Delivery Apps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Rating Platforms </a:t>
            </a:r>
          </a:p>
          <a:p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Swiggy </a:t>
            </a:r>
          </a:p>
          <a:p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fake review detection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reviews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5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916F-1EF1-21B5-2512-CF44CB675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CA19-9B5B-36B4-842C-8EB7E742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Review &amp; Rating Systems improve customer experience and business growth.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users make informed decisions through ratings and feedback.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Widely used in modern digital platforms.</a:t>
            </a:r>
          </a:p>
        </p:txBody>
      </p:sp>
    </p:spTree>
    <p:extLst>
      <p:ext uri="{BB962C8B-B14F-4D97-AF65-F5344CB8AC3E}">
        <p14:creationId xmlns:p14="http://schemas.microsoft.com/office/powerpoint/2010/main" val="34636146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{E2399F1F-6859-4162-9CE4-25E30D896D90}TFb5ae2469-0bae-4978-b0e0-39dd046150ff9a115ede-a9c3cc5252b0</Template>
  <TotalTime>40</TotalTime>
  <Words>221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Celestial</vt:lpstr>
      <vt:lpstr>Product Review &amp; Rating SYSTEM </vt:lpstr>
      <vt:lpstr>Introduction</vt:lpstr>
      <vt:lpstr>Objectives</vt:lpstr>
      <vt:lpstr>Main Features</vt:lpstr>
      <vt:lpstr>System Architecture</vt:lpstr>
      <vt:lpstr>Working Process</vt:lpstr>
      <vt:lpstr>Advantages &amp; Disadvantages</vt:lpstr>
      <vt:lpstr>Applications &amp; 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Pavaniiiii ..</dc:creator>
  <cp:lastModifiedBy>Pavaniiiii ..</cp:lastModifiedBy>
  <cp:revision>1</cp:revision>
  <dcterms:created xsi:type="dcterms:W3CDTF">2026-05-27T15:35:43Z</dcterms:created>
  <dcterms:modified xsi:type="dcterms:W3CDTF">2026-05-28T14:43:39Z</dcterms:modified>
</cp:coreProperties>
</file>